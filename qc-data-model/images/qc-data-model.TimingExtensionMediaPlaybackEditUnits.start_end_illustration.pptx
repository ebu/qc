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9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B7E0"/>
    <a:srgbClr val="E97132"/>
    <a:srgbClr val="0F9ED5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1EC2C-EBD8-4646-ACAD-D06CFB9CDA32}" v="546" dt="2025-03-15T18:43:01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86A3-79CA-6402-C97B-07A3D11B6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4D405-60F7-B203-74E9-7B6631600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A5C9B-6CDB-38DE-04B2-15FF74D35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BB159-BF9C-D9CE-3045-D3DD5A9C6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15B1-C049-CB94-3828-A01560EF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14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2CF8-A450-F357-C0F0-9C22FACD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71CEC-95AF-4277-371A-4CDDE2BDA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9C169-9E83-D461-B8C8-0CC882F8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1F177-2D7E-7591-F5E1-CE87F2CE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EE831-F5CC-978B-1B2C-BAD3460E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62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2801-9A7B-4BE3-FDF8-F2685554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DC5D3-4602-85FD-1CF5-05FC86E96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9B577-AB17-268C-2AF5-06E0C93C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A8C2F-268E-DBF3-B6CD-0B9825DC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C38F-18B7-D87F-2AD6-0A861863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35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3A7D-02EC-4977-0EDF-747E6449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73147-22D1-F9E6-760B-6EF150919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AA842-C736-7FCA-10D5-965D062C1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7B960-1E17-A513-4D3B-46A3A337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84CD2-C434-A4B6-DCA6-0F9DF20C2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C713F-7F13-E26F-2AE2-EA5DF14C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88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64D0-D511-94C5-1C0C-1B6781211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9E098-72A8-52C8-0015-E706F6037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E2558-3BE8-8F59-F42A-2D4907590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D0C05-0A56-F1E4-22AB-31C77CF9F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E24BE-E24C-558B-D06E-56CDE2531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24FC27-570A-5587-FB2B-C5A6E7D6A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170105-2463-21DA-DFD6-B38942C1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AB0A24-40F1-6061-BA95-CA7D8235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5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F5C5-CC90-8764-B218-1C49D6CA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BA83B-3281-0F3B-054D-4976BC68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69261-0A5F-D91F-A830-418B5D71B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95772-4E16-1464-11EC-383D15EDB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573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B0F0D-0204-6411-FC44-7B13B31E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CE21DB-F86F-3EDA-30FE-036BE593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0A0A4-C73B-E9EA-572F-DB2AC6E4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35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2D04-4D66-2E81-7B9B-5284E6AF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90370-BC06-C4F1-F2D6-4B605A2A5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497AB-0360-2E57-A63D-C9D48BE19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880E6-E626-8E05-FD84-1D54C32EF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C3DFC-2305-1DDD-E9A8-C649E29F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52165-EA72-9311-10CB-1A4B2FFC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33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F2BA-52C7-EF19-F70A-09B3DF17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D837A-AC3C-D951-DA9A-BD532456F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41EA7-DF82-6DDD-3B26-A9BFD693F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3A4CA-0C30-EF05-966E-A9E47631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12D7D-80A4-EB23-DDD0-8862FA4B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33F72-C4D9-5D9A-5C3B-2F4F39AB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97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8E5C-CE21-F89A-BAA6-8B4D28BA6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2F788-DB73-B916-2AEC-214CBB535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3AFFC-DBFD-0A0C-9AA9-471437563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2E93E-AD18-EF72-0644-AA59CFD0E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3C994-3041-09CC-E3A4-F2E6601B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12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BA911-6172-4438-29F8-010C914DA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7685A-6A57-C52D-814C-14D510A85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3288-96B1-E293-E8CF-C05AAADC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18380-6839-A2B0-0285-F988FE51F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F6F34-4750-CABB-010F-9782A73D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02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F2F50F-3B83-EF81-D67C-2A2CC01C3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BB09B-07C2-F670-29B5-F7F2A13F9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093F9-96CB-0D38-B9CB-CD6FE2F91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5D37F-CB9C-497C-A6DB-C2666A85046D}" type="datetimeFigureOut">
              <a:rPr lang="en-GB" smtClean="0"/>
              <a:t>Mon 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17D36-B79E-8F7B-D125-938FF10FC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2FF74-44BB-28FA-210D-7C47364B6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CF941-C824-4457-A291-7B01E08141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92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D150CE6-AA64-E297-95E7-892863C73C36}"/>
              </a:ext>
            </a:extLst>
          </p:cNvPr>
          <p:cNvCxnSpPr>
            <a:cxnSpLocks/>
          </p:cNvCxnSpPr>
          <p:nvPr/>
        </p:nvCxnSpPr>
        <p:spPr>
          <a:xfrm>
            <a:off x="802256" y="2019461"/>
            <a:ext cx="79135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FADCA4-987A-A28D-12AE-F8857F1F7BB5}"/>
              </a:ext>
            </a:extLst>
          </p:cNvPr>
          <p:cNvCxnSpPr/>
          <p:nvPr/>
        </p:nvCxnSpPr>
        <p:spPr>
          <a:xfrm>
            <a:off x="1251357" y="1839069"/>
            <a:ext cx="0" cy="373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063F6E-BE89-4329-93BB-6DC21E2D2CFA}"/>
              </a:ext>
            </a:extLst>
          </p:cNvPr>
          <p:cNvCxnSpPr/>
          <p:nvPr/>
        </p:nvCxnSpPr>
        <p:spPr>
          <a:xfrm>
            <a:off x="2213743" y="1851510"/>
            <a:ext cx="0" cy="373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FE28A3-903D-73D0-929F-42CA1D174389}"/>
              </a:ext>
            </a:extLst>
          </p:cNvPr>
          <p:cNvCxnSpPr/>
          <p:nvPr/>
        </p:nvCxnSpPr>
        <p:spPr>
          <a:xfrm>
            <a:off x="3176129" y="1839069"/>
            <a:ext cx="0" cy="373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C99F3E-12E5-AF58-CA06-9D571E5774F5}"/>
              </a:ext>
            </a:extLst>
          </p:cNvPr>
          <p:cNvCxnSpPr/>
          <p:nvPr/>
        </p:nvCxnSpPr>
        <p:spPr>
          <a:xfrm>
            <a:off x="4138515" y="1832849"/>
            <a:ext cx="0" cy="373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B243F0-6452-35E2-E82D-1F849ECDD2AA}"/>
              </a:ext>
            </a:extLst>
          </p:cNvPr>
          <p:cNvCxnSpPr/>
          <p:nvPr/>
        </p:nvCxnSpPr>
        <p:spPr>
          <a:xfrm>
            <a:off x="5100901" y="1832849"/>
            <a:ext cx="0" cy="373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A6CEDD-D2DC-DE6A-629E-5B4212F37999}"/>
              </a:ext>
            </a:extLst>
          </p:cNvPr>
          <p:cNvCxnSpPr/>
          <p:nvPr/>
        </p:nvCxnSpPr>
        <p:spPr>
          <a:xfrm>
            <a:off x="6063287" y="1832849"/>
            <a:ext cx="0" cy="373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E4FCA4-7D2D-F8FF-3F7D-DED0FB0C17AC}"/>
              </a:ext>
            </a:extLst>
          </p:cNvPr>
          <p:cNvCxnSpPr/>
          <p:nvPr/>
        </p:nvCxnSpPr>
        <p:spPr>
          <a:xfrm>
            <a:off x="7025673" y="1851510"/>
            <a:ext cx="0" cy="373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1FF4A6-9200-AA19-B4AF-BB86FA430846}"/>
              </a:ext>
            </a:extLst>
          </p:cNvPr>
          <p:cNvCxnSpPr/>
          <p:nvPr/>
        </p:nvCxnSpPr>
        <p:spPr>
          <a:xfrm>
            <a:off x="7988059" y="1851510"/>
            <a:ext cx="0" cy="373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583BB2C-979D-D568-1C12-46D13C690A5D}"/>
              </a:ext>
            </a:extLst>
          </p:cNvPr>
          <p:cNvSpPr/>
          <p:nvPr/>
        </p:nvSpPr>
        <p:spPr>
          <a:xfrm>
            <a:off x="1251357" y="2648309"/>
            <a:ext cx="3849539" cy="78068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A5F750-E4C1-90E6-F8CD-582502F08CA3}"/>
              </a:ext>
            </a:extLst>
          </p:cNvPr>
          <p:cNvCxnSpPr/>
          <p:nvPr/>
        </p:nvCxnSpPr>
        <p:spPr>
          <a:xfrm flipV="1">
            <a:off x="1251357" y="2311879"/>
            <a:ext cx="0" cy="336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0052EE-A5AE-2606-18B4-7F056C6949A2}"/>
              </a:ext>
            </a:extLst>
          </p:cNvPr>
          <p:cNvCxnSpPr/>
          <p:nvPr/>
        </p:nvCxnSpPr>
        <p:spPr>
          <a:xfrm flipV="1">
            <a:off x="5100896" y="2311879"/>
            <a:ext cx="0" cy="336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24285F7-9E3A-7683-398E-5ACFB6ADC3B3}"/>
              </a:ext>
            </a:extLst>
          </p:cNvPr>
          <p:cNvSpPr txBox="1"/>
          <p:nvPr/>
        </p:nvSpPr>
        <p:spPr>
          <a:xfrm>
            <a:off x="1241186" y="2266536"/>
            <a:ext cx="1719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Start time point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18436A-9B4D-02C8-F498-0D2C66A489DC}"/>
              </a:ext>
            </a:extLst>
          </p:cNvPr>
          <p:cNvSpPr txBox="1"/>
          <p:nvPr/>
        </p:nvSpPr>
        <p:spPr>
          <a:xfrm>
            <a:off x="5111068" y="2278977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End time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A12754-4C86-6838-A25B-198464B23349}"/>
              </a:ext>
            </a:extLst>
          </p:cNvPr>
          <p:cNvSpPr txBox="1"/>
          <p:nvPr/>
        </p:nvSpPr>
        <p:spPr>
          <a:xfrm>
            <a:off x="6965131" y="2596790"/>
            <a:ext cx="318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Time points are instantaneous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CCBA38-A168-446F-EC6B-0756DFD8FE74}"/>
              </a:ext>
            </a:extLst>
          </p:cNvPr>
          <p:cNvSpPr/>
          <p:nvPr/>
        </p:nvSpPr>
        <p:spPr>
          <a:xfrm>
            <a:off x="1251357" y="4909863"/>
            <a:ext cx="3849539" cy="78068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4C1E6A-BA56-5369-3790-BC17D2F2CE83}"/>
              </a:ext>
            </a:extLst>
          </p:cNvPr>
          <p:cNvCxnSpPr/>
          <p:nvPr/>
        </p:nvCxnSpPr>
        <p:spPr>
          <a:xfrm flipV="1">
            <a:off x="1251357" y="4573433"/>
            <a:ext cx="0" cy="336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EF368F-A9BC-DC7C-9F00-30E4F5F0A1E9}"/>
              </a:ext>
            </a:extLst>
          </p:cNvPr>
          <p:cNvCxnSpPr/>
          <p:nvPr/>
        </p:nvCxnSpPr>
        <p:spPr>
          <a:xfrm flipV="1">
            <a:off x="4138515" y="4594197"/>
            <a:ext cx="0" cy="336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12950B-0135-32C8-8ED8-8B551BE35760}"/>
              </a:ext>
            </a:extLst>
          </p:cNvPr>
          <p:cNvSpPr txBox="1"/>
          <p:nvPr/>
        </p:nvSpPr>
        <p:spPr>
          <a:xfrm>
            <a:off x="1249326" y="4541964"/>
            <a:ext cx="1719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Start time point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61EBA9-18F4-D77B-6D63-1CF921774B24}"/>
              </a:ext>
            </a:extLst>
          </p:cNvPr>
          <p:cNvSpPr txBox="1"/>
          <p:nvPr/>
        </p:nvSpPr>
        <p:spPr>
          <a:xfrm>
            <a:off x="4130661" y="4540531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End time point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CA7C34-CBA5-89BD-C6AD-8D32BFC7E69C}"/>
              </a:ext>
            </a:extLst>
          </p:cNvPr>
          <p:cNvSpPr txBox="1"/>
          <p:nvPr/>
        </p:nvSpPr>
        <p:spPr>
          <a:xfrm>
            <a:off x="6490679" y="4829033"/>
            <a:ext cx="492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Classic timecode usage where the end timecode identifies the start of the final frame of the event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C7916B-050C-5278-FE3B-C4CD147A4A2F}"/>
              </a:ext>
            </a:extLst>
          </p:cNvPr>
          <p:cNvSpPr txBox="1"/>
          <p:nvPr/>
        </p:nvSpPr>
        <p:spPr>
          <a:xfrm rot="20439487">
            <a:off x="5331019" y="2592474"/>
            <a:ext cx="14013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E89E54-636A-1349-811A-0EBA352D89F7}"/>
              </a:ext>
            </a:extLst>
          </p:cNvPr>
          <p:cNvSpPr txBox="1"/>
          <p:nvPr/>
        </p:nvSpPr>
        <p:spPr>
          <a:xfrm rot="20439487">
            <a:off x="5185473" y="4746541"/>
            <a:ext cx="11961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b="1" dirty="0">
                <a:solidFill>
                  <a:srgbClr val="FF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308967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2026-06-22T16:24:52Z</dcterms:created>
  <dcterms:modified xsi:type="dcterms:W3CDTF">2026-06-22T16:24:56Z</dcterms:modified>
</cp:coreProperties>
</file>